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9" r:id="rId2"/>
    <p:sldId id="256" r:id="rId3"/>
    <p:sldId id="257" r:id="rId4"/>
    <p:sldId id="264" r:id="rId5"/>
    <p:sldId id="261" r:id="rId6"/>
    <p:sldId id="258" r:id="rId7"/>
    <p:sldId id="265" r:id="rId8"/>
    <p:sldId id="266" r:id="rId9"/>
    <p:sldId id="267" r:id="rId10"/>
    <p:sldId id="270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13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36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41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48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0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75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0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46008" y="6302326"/>
            <a:ext cx="1097280" cy="2743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5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2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9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92608" y="292608"/>
            <a:ext cx="8558784" cy="627278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2142" y="6302326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2326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53042" y="6302326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788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F57F-1F20-5D09-887B-70BE322B9F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NORTHWIND TRADERS.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23C74-A0A4-E8AF-8787-5F829BD94C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~Manikanta</a:t>
            </a:r>
            <a:endParaRPr lang="en-IN" sz="16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608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Northwind Traders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–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Overview.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Northwind Traders is a fictional company used for data analysis.</a:t>
            </a:r>
          </a:p>
          <a:p>
            <a:r>
              <a:rPr dirty="0"/>
              <a:t>It deals with global import/export of specialty foods.</a:t>
            </a:r>
          </a:p>
          <a:p>
            <a:r>
              <a:rPr dirty="0"/>
              <a:t>Operates with customers, suppliers, orders, and shipping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Dataset Introduction.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cs typeface="Aldhabi" panose="020F0502020204030204" pitchFamily="2" charset="-78"/>
              </a:rPr>
              <a:t>Dataset includes:</a:t>
            </a:r>
            <a:br>
              <a:rPr lang="en-US" sz="2400" dirty="0">
                <a:cs typeface="Aldhabi" panose="020F0502020204030204" pitchFamily="2" charset="-78"/>
              </a:rPr>
            </a:br>
            <a:r>
              <a:rPr lang="en-US" sz="2400" dirty="0">
                <a:cs typeface="Aldhabi" panose="020F0502020204030204" pitchFamily="2" charset="-78"/>
              </a:rPr>
              <a:t>Customers</a:t>
            </a:r>
          </a:p>
          <a:p>
            <a:pPr marL="0" indent="0">
              <a:buNone/>
            </a:pPr>
            <a:r>
              <a:rPr lang="en-US" sz="2400" dirty="0">
                <a:cs typeface="Aldhabi" panose="020F0502020204030204" pitchFamily="2" charset="-78"/>
              </a:rPr>
              <a:t>Orders</a:t>
            </a:r>
          </a:p>
          <a:p>
            <a:pPr marL="0" indent="0">
              <a:buNone/>
            </a:pPr>
            <a:r>
              <a:rPr lang="en-US" sz="2400" dirty="0">
                <a:cs typeface="Aldhabi" panose="020F0502020204030204" pitchFamily="2" charset="-78"/>
              </a:rPr>
              <a:t>Order Details</a:t>
            </a:r>
          </a:p>
          <a:p>
            <a:pPr marL="0" indent="0">
              <a:buNone/>
            </a:pPr>
            <a:r>
              <a:rPr lang="en-US" sz="2400" dirty="0">
                <a:cs typeface="Aldhabi" panose="020F0502020204030204" pitchFamily="2" charset="-78"/>
              </a:rPr>
              <a:t>Shippers</a:t>
            </a:r>
          </a:p>
          <a:p>
            <a:pPr marL="0" indent="0">
              <a:buNone/>
            </a:pPr>
            <a:r>
              <a:rPr lang="en-US" sz="2400" dirty="0">
                <a:cs typeface="Aldhabi" panose="020F0502020204030204" pitchFamily="2" charset="-78"/>
              </a:rPr>
              <a:t>Suppliers</a:t>
            </a:r>
          </a:p>
          <a:p>
            <a:pPr marL="0" indent="0">
              <a:buNone/>
            </a:pPr>
            <a:r>
              <a:rPr lang="en-US" sz="2400" dirty="0">
                <a:cs typeface="Aldhabi" panose="020F0502020204030204" pitchFamily="2" charset="-78"/>
              </a:rPr>
              <a:t>Address</a:t>
            </a:r>
          </a:p>
          <a:p>
            <a:pPr marL="0" indent="0">
              <a:buNone/>
            </a:pPr>
            <a:r>
              <a:rPr lang="en-US" sz="2400" dirty="0">
                <a:cs typeface="Aldhabi" panose="020F0502020204030204" pitchFamily="2" charset="-78"/>
              </a:rPr>
              <a:t>Employees</a:t>
            </a:r>
          </a:p>
          <a:p>
            <a:pPr marL="0" indent="0">
              <a:buNone/>
            </a:pPr>
            <a:r>
              <a:rPr lang="en-US" sz="2400" dirty="0">
                <a:cs typeface="Aldhabi" panose="020F0502020204030204" pitchFamily="2" charset="-78"/>
              </a:rPr>
              <a:t>Categories</a:t>
            </a:r>
          </a:p>
          <a:p>
            <a:r>
              <a:rPr sz="2400" dirty="0">
                <a:cs typeface="Aldhabi" panose="020F0502020204030204" pitchFamily="2" charset="-78"/>
              </a:rPr>
              <a:t>Used for business insights and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BE53-575F-F483-31F2-B63329829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Handling errors and null values.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38F96-6EB3-3A62-3372-A5C93E6CC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Error Handling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D51E1-1E4E-75AE-7DF3-ED548B7541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- Corrected data type mismatches</a:t>
            </a:r>
          </a:p>
          <a:p>
            <a:r>
              <a:rPr lang="en-US" dirty="0"/>
              <a:t>- Fixed inconsistent formats (dates, text)</a:t>
            </a:r>
          </a:p>
          <a:p>
            <a:r>
              <a:rPr lang="en-US" dirty="0"/>
              <a:t>- Removed duplicate records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6C8B4-5FF6-AB41-0A8D-39FB2DA3E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Handling Null Values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6978C-EE05-375A-02F3-BB7A421479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- Removed rows with critical missing data</a:t>
            </a:r>
          </a:p>
          <a:p>
            <a:r>
              <a:rPr lang="en-US" dirty="0"/>
              <a:t>- Filled missing values where possible</a:t>
            </a:r>
          </a:p>
          <a:p>
            <a:r>
              <a:rPr lang="en-US" dirty="0"/>
              <a:t>- Used defaults for minor gaps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830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EDA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–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Insights.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61653"/>
            <a:ext cx="7680960" cy="4373388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Top Customers Identified</a:t>
            </a:r>
            <a:br>
              <a:rPr lang="en-US" dirty="0"/>
            </a:br>
            <a:r>
              <a:rPr lang="en-US" dirty="0"/>
              <a:t>A small group of customers contributes a large portion of total sales (high-value customers). </a:t>
            </a:r>
          </a:p>
          <a:p>
            <a:r>
              <a:rPr lang="en-US" b="1" dirty="0"/>
              <a:t>Sales Trend Over Time</a:t>
            </a:r>
            <a:br>
              <a:rPr lang="en-US" dirty="0"/>
            </a:br>
            <a:r>
              <a:rPr lang="en-US" dirty="0"/>
              <a:t>Sales show fluctuations across months, indicating possible </a:t>
            </a:r>
            <a:r>
              <a:rPr lang="en-US" b="1" dirty="0"/>
              <a:t>seasonal demand patterns</a:t>
            </a:r>
            <a:r>
              <a:rPr lang="en-US" dirty="0"/>
              <a:t>. </a:t>
            </a:r>
          </a:p>
          <a:p>
            <a:r>
              <a:rPr lang="en-US" b="1" dirty="0"/>
              <a:t>Best-Selling Products</a:t>
            </a:r>
            <a:br>
              <a:rPr lang="en-US" dirty="0"/>
            </a:br>
            <a:r>
              <a:rPr lang="en-US" dirty="0"/>
              <a:t>Certain products consistently generate higher sales and order volumes. </a:t>
            </a:r>
          </a:p>
          <a:p>
            <a:r>
              <a:rPr lang="en-US" b="1" dirty="0"/>
              <a:t>Order Volume Analysis</a:t>
            </a:r>
            <a:br>
              <a:rPr lang="en-US" dirty="0"/>
            </a:br>
            <a:r>
              <a:rPr lang="en-US" dirty="0"/>
              <a:t>Majority of orders contain small quantities, while a few bulk orders drive revenue. </a:t>
            </a:r>
          </a:p>
          <a:p>
            <a:r>
              <a:rPr lang="en-US" b="1" dirty="0"/>
              <a:t>Geographical Insights</a:t>
            </a:r>
            <a:br>
              <a:rPr lang="en-US" dirty="0"/>
            </a:br>
            <a:r>
              <a:rPr lang="en-US" dirty="0"/>
              <a:t>Sales are concentrated in specific countries/regions, showing strong market presence there. </a:t>
            </a:r>
          </a:p>
          <a:p>
            <a:r>
              <a:rPr lang="en-US" b="1" dirty="0"/>
              <a:t>Shipping Performance</a:t>
            </a:r>
            <a:br>
              <a:rPr lang="en-US" dirty="0"/>
            </a:br>
            <a:r>
              <a:rPr lang="en-US" dirty="0"/>
              <a:t>Some shippers handle more orders, indicating preferred logistics partners. </a:t>
            </a:r>
          </a:p>
          <a:p>
            <a:r>
              <a:rPr lang="en-US" b="1" dirty="0"/>
              <a:t>Delivery Time Patterns</a:t>
            </a:r>
            <a:br>
              <a:rPr lang="en-US" dirty="0"/>
            </a:br>
            <a:r>
              <a:rPr lang="en-US" dirty="0"/>
              <a:t>Variation between order date and ship date highlights potential delays. </a:t>
            </a:r>
          </a:p>
          <a:p>
            <a:r>
              <a:rPr lang="en-US" b="1" dirty="0"/>
              <a:t>Discount Impact</a:t>
            </a:r>
            <a:br>
              <a:rPr lang="en-US" dirty="0"/>
            </a:br>
            <a:r>
              <a:rPr lang="en-US" dirty="0"/>
              <a:t>Higher discounts tend to increase order quantity but may reduce profit margins.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Data Model.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DF76A4-7178-46F9-9F5F-E75600DF2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155" y="1786588"/>
            <a:ext cx="7680325" cy="4299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55E85-0E81-04D0-16B9-E6639D76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0354"/>
            <a:ext cx="7680960" cy="881406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Power BI Questions.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53EEC-2164-0E99-2FC3-07EE8F8BB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45260"/>
            <a:ext cx="7680960" cy="4912386"/>
          </a:xfrm>
        </p:spPr>
        <p:txBody>
          <a:bodyPr>
            <a:normAutofit/>
          </a:bodyPr>
          <a:lstStyle/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does customer distribution vary across different countries or cities? Use bar chart or map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 the trend in customer orders over time? Use line chart or area chart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 the distribution of customers by Contact Title or Region? Use stacked bar chart or pie chart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does order volume change over time? Use line chart or stacked bar chart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 the distribution of order values? Use histogram or box plot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 the average order shipping duration? Use bar chart or box plot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 the count of employees by job title or region? Use stacked bar chart or tree map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 the distribution of employee tenure? Use histogram or box plot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 the reporting structure among employees? Use org chart or hierarchical tree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Which products have the highest sales volume? Use bar chart or tree map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does the sales volume vary across different product categories? Use stacked bar chart or tree map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Can we visualize the pricing distribution of products? Use box plot or histogram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many products are supplied by each supplier? Use bar chart or pie chart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How does product pricing vary across different suppliers? Use box plot or stacked column chart to visualize?</a:t>
            </a:r>
          </a:p>
          <a:p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 the geographical distribution of suppliers? Use map chart or bubble map to visualize?</a:t>
            </a:r>
          </a:p>
        </p:txBody>
      </p:sp>
    </p:spTree>
    <p:extLst>
      <p:ext uri="{BB962C8B-B14F-4D97-AF65-F5344CB8AC3E}">
        <p14:creationId xmlns:p14="http://schemas.microsoft.com/office/powerpoint/2010/main" val="1017120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BF691-B9A2-D578-2921-C74855559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51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A3A77B0-3116-7A88-75D8-2BC2349D1E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626" y="-769374"/>
            <a:ext cx="4350774" cy="435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62A7F-310E-004B-574F-CDAC31738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86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5">
            <a:extLst>
              <a:ext uri="{FF2B5EF4-FFF2-40B4-BE49-F238E27FC236}">
                <a16:creationId xmlns:a16="http://schemas.microsoft.com/office/drawing/2014/main" id="{0D9AAFC1-BABF-F154-DDF5-9E55A21A30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37" r="22537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1CADE4">
              <a:lumMod val="60000"/>
              <a:lumOff val="4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2727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50000"/>
                  </a:schemeClr>
                </a:solidFill>
              </a:rPr>
              <a:t>Summary and Suggestions.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1F41CB-4F8A-DCEE-5D71-575BE5D5DF73}"/>
              </a:ext>
            </a:extLst>
          </p:cNvPr>
          <p:cNvSpPr txBox="1"/>
          <p:nvPr/>
        </p:nvSpPr>
        <p:spPr>
          <a:xfrm>
            <a:off x="629265" y="1877960"/>
            <a:ext cx="813127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Analyse sales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Understand shipping efficiency.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Explore business trends and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Identify top customers and products.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Data analysis helps improve decision-making.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Supply chain understanding.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Northwind dataset provides insights into sales and operations.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Northwind_Presentation</Template>
  <TotalTime>0</TotalTime>
  <Words>577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Aldhabi</vt:lpstr>
      <vt:lpstr>Arial</vt:lpstr>
      <vt:lpstr>Garamond</vt:lpstr>
      <vt:lpstr>Savon</vt:lpstr>
      <vt:lpstr>NORTHWIND TRADERS.</vt:lpstr>
      <vt:lpstr>Northwind Traders – Overview.</vt:lpstr>
      <vt:lpstr>Dataset Introduction.</vt:lpstr>
      <vt:lpstr>Handling errors and null values.</vt:lpstr>
      <vt:lpstr>EDA – Insights.</vt:lpstr>
      <vt:lpstr>Data Model.</vt:lpstr>
      <vt:lpstr>Power BI Questions.</vt:lpstr>
      <vt:lpstr>PowerPoint Presentation</vt:lpstr>
      <vt:lpstr>PowerPoint Presentation</vt:lpstr>
      <vt:lpstr>PowerPoint Presentation</vt:lpstr>
      <vt:lpstr>Summary and Suggestions.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Geeta Gayathri</dc:creator>
  <cp:keywords/>
  <dc:description>generated using python-pptx</dc:description>
  <cp:lastModifiedBy>Geeta Gayathri</cp:lastModifiedBy>
  <cp:revision>1</cp:revision>
  <dcterms:created xsi:type="dcterms:W3CDTF">2026-04-04T13:46:41Z</dcterms:created>
  <dcterms:modified xsi:type="dcterms:W3CDTF">2026-04-04T15:01:06Z</dcterms:modified>
  <cp:category/>
</cp:coreProperties>
</file>